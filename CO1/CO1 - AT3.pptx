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9"/>
  </p:notesMasterIdLst>
  <p:sldIdLst>
    <p:sldId id="256" r:id="rId3"/>
    <p:sldId id="257" r:id="rId4"/>
    <p:sldId id="258" r:id="rId5"/>
    <p:sldId id="259" r:id="rId6"/>
    <p:sldId id="260" r:id="rId7"/>
    <p:sldId id="261" r:id="rId8"/>
  </p:sldIdLst>
  <p:sldSz cx="9144000" cy="5143500" type="screen16x9"/>
  <p:notesSz cx="6858000" cy="9144000"/>
  <p:embeddedFontLst>
    <p:embeddedFont>
      <p:font typeface="Montserrat" panose="020B0604020202020204" charset="0"/>
      <p:regular r:id="rId10"/>
      <p:bold r:id="rId11"/>
      <p:italic r:id="rId12"/>
      <p:boldItalic r:id="rId13"/>
    </p:embeddedFont>
    <p:embeddedFont>
      <p:font typeface="Oswald" panose="020B0604020202020204" charset="0"/>
      <p:regular r:id="rId14"/>
      <p:bold r:id="rId15"/>
    </p:embeddedFont>
    <p:embeddedFont>
      <p:font typeface="Playfair Display"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625"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76565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f597e362f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f597e362f2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7928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597e362f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597e362f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9637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597e362f2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597e362f2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07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597e362f2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f597e362f2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2895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597e362f2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f597e362f2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6661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97e362f2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597e362f2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8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sp>
        <p:nvSpPr>
          <p:cNvPr id="55" name="Google Shape;55;p14"/>
          <p:cNvSpPr/>
          <p:nvPr/>
        </p:nvSpPr>
        <p:spPr>
          <a:xfrm>
            <a:off x="4286250" y="0"/>
            <a:ext cx="72300" cy="5143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4"/>
          <p:cNvSpPr/>
          <p:nvPr/>
        </p:nvSpPr>
        <p:spPr>
          <a:xfrm>
            <a:off x="4358475" y="0"/>
            <a:ext cx="38532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4"/>
          <p:cNvSpPr txBox="1">
            <a:spLocks noGrp="1"/>
          </p:cNvSpPr>
          <p:nvPr>
            <p:ph type="ctr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1pPr>
            <a:lvl2pPr lvl="1"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9pPr>
          </a:lstStyle>
          <a:p>
            <a:endParaRPr/>
          </a:p>
        </p:txBody>
      </p:sp>
      <p:sp>
        <p:nvSpPr>
          <p:cNvPr id="58" name="Google Shape;58;p14"/>
          <p:cNvSpPr txBox="1">
            <a:spLocks noGrp="1"/>
          </p:cNvSpPr>
          <p:nvPr>
            <p:ph type="subTitle" idx="1"/>
          </p:nvPr>
        </p:nvSpPr>
        <p:spPr>
          <a:xfrm>
            <a:off x="344250" y="3550650"/>
            <a:ext cx="4910100" cy="577800"/>
          </a:xfrm>
          <a:prstGeom prst="rect">
            <a:avLst/>
          </a:prstGeom>
          <a:solidFill>
            <a:schemeClr val="dk2"/>
          </a:solid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9pPr>
          </a:lstStyle>
          <a:p>
            <a:endParaRPr/>
          </a:p>
        </p:txBody>
      </p:sp>
      <p:sp>
        <p:nvSpPr>
          <p:cNvPr id="59" name="Google Shape;59;p14"/>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62" name="Google Shape;62;p15"/>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3" name="Google Shape;63;p15"/>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4"/>
        </a:solidFill>
        <a:effectLst/>
      </p:bgPr>
    </p:bg>
    <p:spTree>
      <p:nvGrpSpPr>
        <p:cNvPr id="1" name="Shape 64"/>
        <p:cNvGrpSpPr/>
        <p:nvPr/>
      </p:nvGrpSpPr>
      <p:grpSpPr>
        <a:xfrm>
          <a:off x="0" y="0"/>
          <a:ext cx="0" cy="0"/>
          <a:chOff x="0" y="0"/>
          <a:chExt cx="0" cy="0"/>
        </a:xfrm>
      </p:grpSpPr>
      <p:sp>
        <p:nvSpPr>
          <p:cNvPr id="65" name="Google Shape;65;p16"/>
          <p:cNvSpPr/>
          <p:nvPr/>
        </p:nvSpPr>
        <p:spPr>
          <a:xfrm rot="5400000">
            <a:off x="4550700" y="-498600"/>
            <a:ext cx="42600" cy="8455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16"/>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1pPr>
            <a:lvl2pPr lvl="1"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9pPr>
          </a:lstStyle>
          <a:p>
            <a:endParaRPr/>
          </a:p>
        </p:txBody>
      </p:sp>
      <p:sp>
        <p:nvSpPr>
          <p:cNvPr id="67" name="Google Shape;67;p16"/>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0" name="Google Shape;70;p17"/>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1" name="Google Shape;71;p17"/>
          <p:cNvSpPr txBox="1">
            <a:spLocks noGrp="1"/>
          </p:cNvSpPr>
          <p:nvPr>
            <p:ph type="body" idx="2"/>
          </p:nvPr>
        </p:nvSpPr>
        <p:spPr>
          <a:xfrm>
            <a:off x="4832400" y="1234050"/>
            <a:ext cx="3999900" cy="33348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2" name="Google Shape;72;p17"/>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5" name="Google Shape;75;p18"/>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8" name="Google Shape;78;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9" name="Google Shape;79;p19"/>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a:endParaRPr/>
          </a:p>
        </p:txBody>
      </p:sp>
      <p:sp>
        <p:nvSpPr>
          <p:cNvPr id="82" name="Google Shape;82;p20"/>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5" name="Google Shape;85;p21"/>
          <p:cNvCxnSpPr/>
          <p:nvPr/>
        </p:nvCxnSpPr>
        <p:spPr>
          <a:xfrm>
            <a:off x="5029675" y="4495500"/>
            <a:ext cx="468300" cy="0"/>
          </a:xfrm>
          <a:prstGeom prst="straightConnector1">
            <a:avLst/>
          </a:prstGeom>
          <a:noFill/>
          <a:ln w="19050" cap="flat" cmpd="sng">
            <a:solidFill>
              <a:schemeClr val="dk2"/>
            </a:solidFill>
            <a:prstDash val="solid"/>
            <a:round/>
            <a:headEnd type="none" w="sm" len="sm"/>
            <a:tailEnd type="none" w="sm" len="sm"/>
          </a:ln>
        </p:spPr>
      </p:cxnSp>
      <p:sp>
        <p:nvSpPr>
          <p:cNvPr id="86" name="Google Shape;86;p21"/>
          <p:cNvSpPr txBox="1">
            <a:spLocks noGrp="1"/>
          </p:cNvSpPr>
          <p:nvPr>
            <p:ph type="title"/>
          </p:nvPr>
        </p:nvSpPr>
        <p:spPr>
          <a:xfrm>
            <a:off x="265500" y="1081675"/>
            <a:ext cx="4045200" cy="178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highlight>
                  <a:schemeClr val="lt1"/>
                </a:highlight>
              </a:defRPr>
            </a:lvl1pPr>
            <a:lvl2pPr marL="914400" lvl="1" indent="-317500" algn="l">
              <a:lnSpc>
                <a:spcPct val="115000"/>
              </a:lnSpc>
              <a:spcBef>
                <a:spcPts val="0"/>
              </a:spcBef>
              <a:spcAft>
                <a:spcPts val="0"/>
              </a:spcAft>
              <a:buSzPts val="1400"/>
              <a:buChar char="○"/>
              <a:defRPr>
                <a:highlight>
                  <a:schemeClr val="lt1"/>
                </a:highlight>
              </a:defRPr>
            </a:lvl2pPr>
            <a:lvl3pPr marL="1371600" lvl="2" indent="-317500" algn="l">
              <a:lnSpc>
                <a:spcPct val="115000"/>
              </a:lnSpc>
              <a:spcBef>
                <a:spcPts val="0"/>
              </a:spcBef>
              <a:spcAft>
                <a:spcPts val="0"/>
              </a:spcAft>
              <a:buSzPts val="1400"/>
              <a:buChar char="■"/>
              <a:defRPr>
                <a:highlight>
                  <a:schemeClr val="lt1"/>
                </a:highlight>
              </a:defRPr>
            </a:lvl3pPr>
            <a:lvl4pPr marL="1828800" lvl="3" indent="-317500" algn="l">
              <a:lnSpc>
                <a:spcPct val="115000"/>
              </a:lnSpc>
              <a:spcBef>
                <a:spcPts val="0"/>
              </a:spcBef>
              <a:spcAft>
                <a:spcPts val="0"/>
              </a:spcAft>
              <a:buSzPts val="1400"/>
              <a:buChar char="●"/>
              <a:defRPr>
                <a:highlight>
                  <a:schemeClr val="lt1"/>
                </a:highlight>
              </a:defRPr>
            </a:lvl4pPr>
            <a:lvl5pPr marL="2286000" lvl="4" indent="-317500" algn="l">
              <a:lnSpc>
                <a:spcPct val="115000"/>
              </a:lnSpc>
              <a:spcBef>
                <a:spcPts val="0"/>
              </a:spcBef>
              <a:spcAft>
                <a:spcPts val="0"/>
              </a:spcAft>
              <a:buSzPts val="1400"/>
              <a:buChar char="○"/>
              <a:defRPr>
                <a:highlight>
                  <a:schemeClr val="lt1"/>
                </a:highlight>
              </a:defRPr>
            </a:lvl5pPr>
            <a:lvl6pPr marL="2743200" lvl="5" indent="-317500" algn="l">
              <a:lnSpc>
                <a:spcPct val="115000"/>
              </a:lnSpc>
              <a:spcBef>
                <a:spcPts val="0"/>
              </a:spcBef>
              <a:spcAft>
                <a:spcPts val="0"/>
              </a:spcAft>
              <a:buSzPts val="1400"/>
              <a:buChar char="■"/>
              <a:defRPr>
                <a:highlight>
                  <a:schemeClr val="lt1"/>
                </a:highlight>
              </a:defRPr>
            </a:lvl6pPr>
            <a:lvl7pPr marL="3200400" lvl="6" indent="-317500" algn="l">
              <a:lnSpc>
                <a:spcPct val="115000"/>
              </a:lnSpc>
              <a:spcBef>
                <a:spcPts val="0"/>
              </a:spcBef>
              <a:spcAft>
                <a:spcPts val="0"/>
              </a:spcAft>
              <a:buSzPts val="1400"/>
              <a:buChar char="●"/>
              <a:defRPr>
                <a:highlight>
                  <a:schemeClr val="lt1"/>
                </a:highlight>
              </a:defRPr>
            </a:lvl7pPr>
            <a:lvl8pPr marL="3657600" lvl="7" indent="-317500" algn="l">
              <a:lnSpc>
                <a:spcPct val="115000"/>
              </a:lnSpc>
              <a:spcBef>
                <a:spcPts val="0"/>
              </a:spcBef>
              <a:spcAft>
                <a:spcPts val="0"/>
              </a:spcAft>
              <a:buSzPts val="1400"/>
              <a:buChar char="○"/>
              <a:defRPr>
                <a:highlight>
                  <a:schemeClr val="lt1"/>
                </a:highlight>
              </a:defRPr>
            </a:lvl8pPr>
            <a:lvl9pPr marL="4114800" lvl="8" indent="-317500" algn="l">
              <a:lnSpc>
                <a:spcPct val="115000"/>
              </a:lnSpc>
              <a:spcBef>
                <a:spcPts val="0"/>
              </a:spcBef>
              <a:spcAft>
                <a:spcPts val="0"/>
              </a:spcAft>
              <a:buSzPts val="1400"/>
              <a:buChar char="■"/>
              <a:defRPr>
                <a:highlight>
                  <a:schemeClr val="lt1"/>
                </a:highlight>
              </a:defRPr>
            </a:lvl9pPr>
          </a:lstStyle>
          <a:p>
            <a:endParaRPr/>
          </a:p>
        </p:txBody>
      </p:sp>
      <p:sp>
        <p:nvSpPr>
          <p:cNvPr id="89" name="Google Shape;89;p2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0"/>
        <p:cNvGrpSpPr/>
        <p:nvPr/>
      </p:nvGrpSpPr>
      <p:grpSpPr>
        <a:xfrm>
          <a:off x="0" y="0"/>
          <a:ext cx="0" cy="0"/>
          <a:chOff x="0" y="0"/>
          <a:chExt cx="0" cy="0"/>
        </a:xfrm>
      </p:grpSpPr>
      <p:sp>
        <p:nvSpPr>
          <p:cNvPr id="91" name="Google Shape;91;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highlight>
                  <a:schemeClr val="dk1"/>
                </a:highlight>
              </a:defRPr>
            </a:lvl1pPr>
          </a:lstStyle>
          <a:p>
            <a:endParaRPr/>
          </a:p>
        </p:txBody>
      </p:sp>
      <p:sp>
        <p:nvSpPr>
          <p:cNvPr id="92" name="Google Shape;92;p22"/>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3"/>
        <p:cNvGrpSpPr/>
        <p:nvPr/>
      </p:nvGrpSpPr>
      <p:grpSpPr>
        <a:xfrm>
          <a:off x="0" y="0"/>
          <a:ext cx="0" cy="0"/>
          <a:chOff x="0" y="0"/>
          <a:chExt cx="0" cy="0"/>
        </a:xfrm>
      </p:grpSpPr>
      <p:sp>
        <p:nvSpPr>
          <p:cNvPr id="94" name="Google Shape;94;p23"/>
          <p:cNvSpPr txBox="1">
            <a:spLocks noGrp="1"/>
          </p:cNvSpPr>
          <p:nvPr>
            <p:ph type="title" hasCustomPrompt="1"/>
          </p:nvPr>
        </p:nvSpPr>
        <p:spPr>
          <a:xfrm>
            <a:off x="311700" y="999925"/>
            <a:ext cx="8520600" cy="214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4000"/>
              <a:buFont typeface="Montserrat"/>
              <a:buNone/>
              <a:defRPr sz="14000">
                <a:latin typeface="Montserrat"/>
                <a:ea typeface="Montserrat"/>
                <a:cs typeface="Montserrat"/>
                <a:sym typeface="Montserrat"/>
              </a:defRPr>
            </a:lvl1pPr>
            <a:lvl2pPr lvl="1" algn="ctr">
              <a:lnSpc>
                <a:spcPct val="100000"/>
              </a:lnSpc>
              <a:spcBef>
                <a:spcPts val="0"/>
              </a:spcBef>
              <a:spcAft>
                <a:spcPts val="0"/>
              </a:spcAft>
              <a:buSzPts val="14000"/>
              <a:buFont typeface="Montserrat"/>
              <a:buNone/>
              <a:defRPr sz="14000">
                <a:latin typeface="Montserrat"/>
                <a:ea typeface="Montserrat"/>
                <a:cs typeface="Montserrat"/>
                <a:sym typeface="Montserrat"/>
              </a:defRPr>
            </a:lvl2pPr>
            <a:lvl3pPr lvl="2" algn="ctr">
              <a:lnSpc>
                <a:spcPct val="100000"/>
              </a:lnSpc>
              <a:spcBef>
                <a:spcPts val="0"/>
              </a:spcBef>
              <a:spcAft>
                <a:spcPts val="0"/>
              </a:spcAft>
              <a:buSzPts val="14000"/>
              <a:buFont typeface="Montserrat"/>
              <a:buNone/>
              <a:defRPr sz="14000">
                <a:latin typeface="Montserrat"/>
                <a:ea typeface="Montserrat"/>
                <a:cs typeface="Montserrat"/>
                <a:sym typeface="Montserrat"/>
              </a:defRPr>
            </a:lvl3pPr>
            <a:lvl4pPr lvl="3" algn="ctr">
              <a:lnSpc>
                <a:spcPct val="100000"/>
              </a:lnSpc>
              <a:spcBef>
                <a:spcPts val="0"/>
              </a:spcBef>
              <a:spcAft>
                <a:spcPts val="0"/>
              </a:spcAft>
              <a:buSzPts val="14000"/>
              <a:buFont typeface="Montserrat"/>
              <a:buNone/>
              <a:defRPr sz="14000">
                <a:latin typeface="Montserrat"/>
                <a:ea typeface="Montserrat"/>
                <a:cs typeface="Montserrat"/>
                <a:sym typeface="Montserrat"/>
              </a:defRPr>
            </a:lvl4pPr>
            <a:lvl5pPr lvl="4" algn="ctr">
              <a:lnSpc>
                <a:spcPct val="100000"/>
              </a:lnSpc>
              <a:spcBef>
                <a:spcPts val="0"/>
              </a:spcBef>
              <a:spcAft>
                <a:spcPts val="0"/>
              </a:spcAft>
              <a:buSzPts val="14000"/>
              <a:buFont typeface="Montserrat"/>
              <a:buNone/>
              <a:defRPr sz="14000">
                <a:latin typeface="Montserrat"/>
                <a:ea typeface="Montserrat"/>
                <a:cs typeface="Montserrat"/>
                <a:sym typeface="Montserrat"/>
              </a:defRPr>
            </a:lvl5pPr>
            <a:lvl6pPr lvl="5" algn="ctr">
              <a:lnSpc>
                <a:spcPct val="100000"/>
              </a:lnSpc>
              <a:spcBef>
                <a:spcPts val="0"/>
              </a:spcBef>
              <a:spcAft>
                <a:spcPts val="0"/>
              </a:spcAft>
              <a:buSzPts val="14000"/>
              <a:buFont typeface="Montserrat"/>
              <a:buNone/>
              <a:defRPr sz="14000">
                <a:latin typeface="Montserrat"/>
                <a:ea typeface="Montserrat"/>
                <a:cs typeface="Montserrat"/>
                <a:sym typeface="Montserrat"/>
              </a:defRPr>
            </a:lvl6pPr>
            <a:lvl7pPr lvl="6" algn="ctr">
              <a:lnSpc>
                <a:spcPct val="100000"/>
              </a:lnSpc>
              <a:spcBef>
                <a:spcPts val="0"/>
              </a:spcBef>
              <a:spcAft>
                <a:spcPts val="0"/>
              </a:spcAft>
              <a:buSzPts val="14000"/>
              <a:buFont typeface="Montserrat"/>
              <a:buNone/>
              <a:defRPr sz="14000">
                <a:latin typeface="Montserrat"/>
                <a:ea typeface="Montserrat"/>
                <a:cs typeface="Montserrat"/>
                <a:sym typeface="Montserrat"/>
              </a:defRPr>
            </a:lvl7pPr>
            <a:lvl8pPr lvl="7" algn="ctr">
              <a:lnSpc>
                <a:spcPct val="100000"/>
              </a:lnSpc>
              <a:spcBef>
                <a:spcPts val="0"/>
              </a:spcBef>
              <a:spcAft>
                <a:spcPts val="0"/>
              </a:spcAft>
              <a:buSzPts val="14000"/>
              <a:buFont typeface="Montserrat"/>
              <a:buNone/>
              <a:defRPr sz="14000">
                <a:latin typeface="Montserrat"/>
                <a:ea typeface="Montserrat"/>
                <a:cs typeface="Montserrat"/>
                <a:sym typeface="Montserrat"/>
              </a:defRPr>
            </a:lvl8pPr>
            <a:lvl9pPr lvl="8" algn="ctr">
              <a:lnSpc>
                <a:spcPct val="100000"/>
              </a:lnSpc>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95" name="Google Shape;95;p23"/>
          <p:cNvSpPr txBox="1">
            <a:spLocks noGrp="1"/>
          </p:cNvSpPr>
          <p:nvPr>
            <p:ph type="body" idx="1"/>
          </p:nvPr>
        </p:nvSpPr>
        <p:spPr>
          <a:xfrm>
            <a:off x="311700" y="32284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highlight>
                  <a:schemeClr val="dk1"/>
                </a:highlight>
              </a:defRPr>
            </a:lvl1pPr>
            <a:lvl2pPr marL="914400" lvl="1" indent="-317500" algn="ctr">
              <a:lnSpc>
                <a:spcPct val="115000"/>
              </a:lnSpc>
              <a:spcBef>
                <a:spcPts val="0"/>
              </a:spcBef>
              <a:spcAft>
                <a:spcPts val="0"/>
              </a:spcAft>
              <a:buSzPts val="1400"/>
              <a:buChar char="○"/>
              <a:defRPr>
                <a:highlight>
                  <a:schemeClr val="dk1"/>
                </a:highlight>
              </a:defRPr>
            </a:lvl2pPr>
            <a:lvl3pPr marL="1371600" lvl="2" indent="-317500" algn="ctr">
              <a:lnSpc>
                <a:spcPct val="115000"/>
              </a:lnSpc>
              <a:spcBef>
                <a:spcPts val="0"/>
              </a:spcBef>
              <a:spcAft>
                <a:spcPts val="0"/>
              </a:spcAft>
              <a:buSzPts val="1400"/>
              <a:buChar char="■"/>
              <a:defRPr>
                <a:highlight>
                  <a:schemeClr val="dk1"/>
                </a:highlight>
              </a:defRPr>
            </a:lvl3pPr>
            <a:lvl4pPr marL="1828800" lvl="3" indent="-317500" algn="ctr">
              <a:lnSpc>
                <a:spcPct val="115000"/>
              </a:lnSpc>
              <a:spcBef>
                <a:spcPts val="0"/>
              </a:spcBef>
              <a:spcAft>
                <a:spcPts val="0"/>
              </a:spcAft>
              <a:buSzPts val="1400"/>
              <a:buChar char="●"/>
              <a:defRPr>
                <a:highlight>
                  <a:schemeClr val="dk1"/>
                </a:highlight>
              </a:defRPr>
            </a:lvl4pPr>
            <a:lvl5pPr marL="2286000" lvl="4" indent="-317500" algn="ctr">
              <a:lnSpc>
                <a:spcPct val="115000"/>
              </a:lnSpc>
              <a:spcBef>
                <a:spcPts val="0"/>
              </a:spcBef>
              <a:spcAft>
                <a:spcPts val="0"/>
              </a:spcAft>
              <a:buSzPts val="1400"/>
              <a:buChar char="○"/>
              <a:defRPr>
                <a:highlight>
                  <a:schemeClr val="dk1"/>
                </a:highlight>
              </a:defRPr>
            </a:lvl5pPr>
            <a:lvl6pPr marL="2743200" lvl="5" indent="-317500" algn="ctr">
              <a:lnSpc>
                <a:spcPct val="115000"/>
              </a:lnSpc>
              <a:spcBef>
                <a:spcPts val="0"/>
              </a:spcBef>
              <a:spcAft>
                <a:spcPts val="0"/>
              </a:spcAft>
              <a:buSzPts val="1400"/>
              <a:buChar char="■"/>
              <a:defRPr>
                <a:highlight>
                  <a:schemeClr val="dk1"/>
                </a:highlight>
              </a:defRPr>
            </a:lvl6pPr>
            <a:lvl7pPr marL="3200400" lvl="6" indent="-317500" algn="ctr">
              <a:lnSpc>
                <a:spcPct val="115000"/>
              </a:lnSpc>
              <a:spcBef>
                <a:spcPts val="0"/>
              </a:spcBef>
              <a:spcAft>
                <a:spcPts val="0"/>
              </a:spcAft>
              <a:buSzPts val="1400"/>
              <a:buChar char="●"/>
              <a:defRPr>
                <a:highlight>
                  <a:schemeClr val="dk1"/>
                </a:highlight>
              </a:defRPr>
            </a:lvl7pPr>
            <a:lvl8pPr marL="3657600" lvl="7" indent="-317500" algn="ctr">
              <a:lnSpc>
                <a:spcPct val="115000"/>
              </a:lnSpc>
              <a:spcBef>
                <a:spcPts val="0"/>
              </a:spcBef>
              <a:spcAft>
                <a:spcPts val="0"/>
              </a:spcAft>
              <a:buSzPts val="1400"/>
              <a:buChar char="○"/>
              <a:defRPr>
                <a:highlight>
                  <a:schemeClr val="dk1"/>
                </a:highlight>
              </a:defRPr>
            </a:lvl8pPr>
            <a:lvl9pPr marL="4114800" lvl="8" indent="-317500" algn="ctr">
              <a:lnSpc>
                <a:spcPct val="115000"/>
              </a:lnSpc>
              <a:spcBef>
                <a:spcPts val="0"/>
              </a:spcBef>
              <a:spcAft>
                <a:spcPts val="0"/>
              </a:spcAft>
              <a:buSzPts val="1400"/>
              <a:buChar char="■"/>
              <a:defRPr>
                <a:highlight>
                  <a:schemeClr val="dk1"/>
                </a:highlight>
              </a:defRPr>
            </a:lvl9pPr>
          </a:lstStyle>
          <a:p>
            <a:endParaRPr/>
          </a:p>
        </p:txBody>
      </p:sp>
      <p:sp>
        <p:nvSpPr>
          <p:cNvPr id="96" name="Google Shape;96;p23"/>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7"/>
        <p:cNvGrpSpPr/>
        <p:nvPr/>
      </p:nvGrpSpPr>
      <p:grpSpPr>
        <a:xfrm>
          <a:off x="0" y="0"/>
          <a:ext cx="0" cy="0"/>
          <a:chOff x="0" y="0"/>
          <a:chExt cx="0" cy="0"/>
        </a:xfrm>
      </p:grpSpPr>
      <p:sp>
        <p:nvSpPr>
          <p:cNvPr id="98" name="Google Shape;98;p24"/>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op">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1pPr>
            <a:lvl2pPr marR="0" lvl="1"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2pPr>
            <a:lvl3pPr marR="0" lvl="2"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3pPr>
            <a:lvl4pPr marR="0" lvl="3"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4pPr>
            <a:lvl5pPr marR="0" lvl="4"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5pPr>
            <a:lvl6pPr marR="0" lvl="5"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6pPr>
            <a:lvl7pPr marR="0" lvl="6"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7pPr>
            <a:lvl8pPr marR="0" lvl="7"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8pPr>
            <a:lvl9pPr marR="0" lvl="8" algn="l">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9pPr>
          </a:lstStyle>
          <a:p>
            <a:endParaRPr/>
          </a:p>
        </p:txBody>
      </p:sp>
      <p:sp>
        <p:nvSpPr>
          <p:cNvPr id="52" name="Google Shape;52;p13"/>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Playfair Display"/>
              <a:buChar char="●"/>
              <a:defRPr sz="1800" b="0" i="0" u="none" strike="noStrike" cap="none">
                <a:solidFill>
                  <a:schemeClr val="dk2"/>
                </a:solidFill>
                <a:latin typeface="Playfair Display"/>
                <a:ea typeface="Playfair Display"/>
                <a:cs typeface="Playfair Display"/>
                <a:sym typeface="Playfair Display"/>
              </a:defRPr>
            </a:lvl1pPr>
            <a:lvl2pPr marL="914400" marR="0" lvl="1"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2pPr>
            <a:lvl3pPr marL="1371600" marR="0" lvl="2"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3pPr>
            <a:lvl4pPr marL="1828800" marR="0" lvl="3"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4pPr>
            <a:lvl5pPr marL="2286000" marR="0" lvl="4"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5pPr>
            <a:lvl6pPr marL="2743200" marR="0" lvl="5"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6pPr>
            <a:lvl7pPr marL="3200400" marR="0" lvl="6"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7pPr>
            <a:lvl8pPr marL="3657600" marR="0" lvl="7"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8pPr>
            <a:lvl9pPr marL="4114800" marR="0" lvl="8" indent="-317500" algn="l">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9pPr>
          </a:lstStyle>
          <a:p>
            <a:endParaRPr/>
          </a:p>
        </p:txBody>
      </p:sp>
      <p:sp>
        <p:nvSpPr>
          <p:cNvPr id="53" name="Google Shape;53;p13"/>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5"/>
          <p:cNvSpPr txBox="1">
            <a:spLocks noGrp="1"/>
          </p:cNvSpPr>
          <p:nvPr>
            <p:ph type="ctrTitle"/>
          </p:nvPr>
        </p:nvSpPr>
        <p:spPr>
          <a:xfrm>
            <a:off x="344250" y="1187625"/>
            <a:ext cx="8455500" cy="23742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6796"/>
              <a:buNone/>
            </a:pPr>
            <a:r>
              <a:rPr lang="en" sz="3244">
                <a:solidFill>
                  <a:srgbClr val="0000FF"/>
                </a:solidFill>
                <a:latin typeface="Times New Roman"/>
                <a:ea typeface="Times New Roman"/>
                <a:cs typeface="Times New Roman"/>
                <a:sym typeface="Times New Roman"/>
              </a:rPr>
              <a:t>CSA1521 - CLOUD COMPUTING</a:t>
            </a:r>
            <a:endParaRPr sz="3244">
              <a:solidFill>
                <a:srgbClr val="0000FF"/>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6796"/>
              <a:buNone/>
            </a:pPr>
            <a:endParaRPr sz="3244">
              <a:solidFill>
                <a:srgbClr val="0000FF"/>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6796"/>
              <a:buNone/>
            </a:pPr>
            <a:r>
              <a:rPr lang="en" sz="2400">
                <a:solidFill>
                  <a:srgbClr val="222222"/>
                </a:solidFill>
                <a:highlight>
                  <a:srgbClr val="FFFFFF"/>
                </a:highlight>
                <a:latin typeface="Times New Roman"/>
                <a:ea typeface="Times New Roman"/>
                <a:cs typeface="Times New Roman"/>
                <a:sym typeface="Times New Roman"/>
              </a:rPr>
              <a:t>CO1 - AT3 - TECHNICAL PRESENTATION</a:t>
            </a:r>
            <a:endParaRPr sz="2400">
              <a:solidFill>
                <a:srgbClr val="222222"/>
              </a:solidFill>
              <a:highlight>
                <a:srgbClr val="FFFFFF"/>
              </a:highlight>
              <a:latin typeface="Times New Roman"/>
              <a:ea typeface="Times New Roman"/>
              <a:cs typeface="Times New Roman"/>
              <a:sym typeface="Times New Roman"/>
            </a:endParaRPr>
          </a:p>
          <a:p>
            <a:pPr marL="0" lvl="0" indent="0" algn="ctr" rtl="0">
              <a:lnSpc>
                <a:spcPct val="100000"/>
              </a:lnSpc>
              <a:spcBef>
                <a:spcPts val="0"/>
              </a:spcBef>
              <a:spcAft>
                <a:spcPts val="0"/>
              </a:spcAft>
              <a:buSzPts val="6800"/>
              <a:buNone/>
            </a:pPr>
            <a:endParaRPr sz="2400" b="0">
              <a:solidFill>
                <a:srgbClr val="222222"/>
              </a:solidFill>
              <a:highlight>
                <a:srgbClr val="FFFFFF"/>
              </a:highlight>
              <a:latin typeface="Times New Roman"/>
              <a:ea typeface="Times New Roman"/>
              <a:cs typeface="Times New Roman"/>
              <a:sym typeface="Times New Roman"/>
            </a:endParaRPr>
          </a:p>
        </p:txBody>
      </p:sp>
      <p:sp>
        <p:nvSpPr>
          <p:cNvPr id="104" name="Google Shape;104;p25"/>
          <p:cNvSpPr txBox="1">
            <a:spLocks noGrp="1"/>
          </p:cNvSpPr>
          <p:nvPr>
            <p:ph type="subTitle" idx="1"/>
          </p:nvPr>
        </p:nvSpPr>
        <p:spPr>
          <a:xfrm>
            <a:off x="344238" y="3561700"/>
            <a:ext cx="8455500" cy="1255500"/>
          </a:xfrm>
          <a:prstGeom prst="rect">
            <a:avLst/>
          </a:prstGeom>
          <a:solidFill>
            <a:schemeClr val="dk2"/>
          </a:solid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400"/>
              <a:buNone/>
            </a:pPr>
            <a:r>
              <a:rPr lang="en" sz="1400" dirty="0">
                <a:latin typeface="Times New Roman"/>
                <a:ea typeface="Times New Roman"/>
                <a:cs typeface="Times New Roman"/>
                <a:sym typeface="Times New Roman"/>
              </a:rPr>
              <a:t>Presented By</a:t>
            </a:r>
            <a:r>
              <a:rPr lang="en" sz="1400">
                <a:latin typeface="Times New Roman"/>
                <a:ea typeface="Times New Roman"/>
                <a:cs typeface="Times New Roman"/>
                <a:sym typeface="Times New Roman"/>
              </a:rPr>
              <a:t>:                                                                                    </a:t>
            </a:r>
            <a:endParaRPr sz="1400" dirty="0" smtClean="0">
              <a:latin typeface="Times New Roman"/>
              <a:ea typeface="Times New Roman"/>
              <a:cs typeface="Times New Roman"/>
              <a:sym typeface="Times New Roman"/>
            </a:endParaRPr>
          </a:p>
          <a:p>
            <a:pPr marL="0" lvl="0" indent="457200" algn="l" rtl="0">
              <a:lnSpc>
                <a:spcPct val="100000"/>
              </a:lnSpc>
              <a:spcBef>
                <a:spcPts val="0"/>
              </a:spcBef>
              <a:spcAft>
                <a:spcPts val="0"/>
              </a:spcAft>
              <a:buSzPts val="2400"/>
              <a:buNone/>
            </a:pPr>
            <a:r>
              <a:rPr lang="en" sz="1400" dirty="0" smtClean="0">
                <a:latin typeface="Times New Roman"/>
                <a:ea typeface="Times New Roman"/>
                <a:cs typeface="Times New Roman"/>
                <a:sym typeface="Times New Roman"/>
              </a:rPr>
              <a:t>V.C.Bhavan Bairav (192511369)                                		    	                                                                                      </a:t>
            </a:r>
            <a:endParaRPr sz="1400" dirty="0" smtClean="0">
              <a:latin typeface="Times New Roman"/>
              <a:ea typeface="Times New Roman"/>
              <a:cs typeface="Times New Roman"/>
              <a:sym typeface="Times New Roman"/>
            </a:endParaRPr>
          </a:p>
          <a:p>
            <a:pPr marL="0" lvl="0" indent="0" algn="l" rtl="0">
              <a:lnSpc>
                <a:spcPct val="100000"/>
              </a:lnSpc>
              <a:spcBef>
                <a:spcPts val="0"/>
              </a:spcBef>
              <a:spcAft>
                <a:spcPts val="0"/>
              </a:spcAft>
              <a:buSzPts val="2400"/>
              <a:buNone/>
            </a:pPr>
            <a:r>
              <a:rPr lang="en" sz="1400" dirty="0" smtClean="0">
                <a:latin typeface="Times New Roman"/>
                <a:ea typeface="Times New Roman"/>
                <a:cs typeface="Times New Roman"/>
                <a:sym typeface="Times New Roman"/>
              </a:rPr>
              <a:t>                                                                                              </a:t>
            </a:r>
            <a:r>
              <a:rPr lang="en" sz="1400" dirty="0" smtClean="0"/>
              <a:t>                                 </a:t>
            </a:r>
            <a:endParaRPr sz="1400" dirty="0"/>
          </a:p>
        </p:txBody>
      </p:sp>
      <p:pic>
        <p:nvPicPr>
          <p:cNvPr id="105" name="Google Shape;105;p25"/>
          <p:cNvPicPr preferRelativeResize="0"/>
          <p:nvPr/>
        </p:nvPicPr>
        <p:blipFill rotWithShape="1">
          <a:blip r:embed="rId3">
            <a:alphaModFix/>
          </a:blip>
          <a:srcRect l="7407"/>
          <a:stretch/>
        </p:blipFill>
        <p:spPr>
          <a:xfrm>
            <a:off x="0" y="0"/>
            <a:ext cx="919163" cy="685800"/>
          </a:xfrm>
          <a:prstGeom prst="rect">
            <a:avLst/>
          </a:prstGeom>
          <a:solidFill>
            <a:srgbClr val="FFFFFF"/>
          </a:solidFill>
          <a:ln>
            <a:noFill/>
          </a:ln>
        </p:spPr>
      </p:pic>
      <p:pic>
        <p:nvPicPr>
          <p:cNvPr id="106" name="Google Shape;106;p25"/>
          <p:cNvPicPr preferRelativeResize="0"/>
          <p:nvPr/>
        </p:nvPicPr>
        <p:blipFill rotWithShape="1">
          <a:blip r:embed="rId4">
            <a:alphaModFix/>
          </a:blip>
          <a:srcRect/>
          <a:stretch/>
        </p:blipFill>
        <p:spPr>
          <a:xfrm>
            <a:off x="8620125" y="10716"/>
            <a:ext cx="523875" cy="664369"/>
          </a:xfrm>
          <a:prstGeom prst="rect">
            <a:avLst/>
          </a:prstGeom>
          <a:noFill/>
          <a:ln>
            <a:noFill/>
          </a:ln>
        </p:spPr>
      </p:pic>
      <p:pic>
        <p:nvPicPr>
          <p:cNvPr id="107" name="Google Shape;107;p25"/>
          <p:cNvPicPr preferRelativeResize="0"/>
          <p:nvPr/>
        </p:nvPicPr>
        <p:blipFill rotWithShape="1">
          <a:blip r:embed="rId5">
            <a:alphaModFix/>
          </a:blip>
          <a:srcRect/>
          <a:stretch/>
        </p:blipFill>
        <p:spPr>
          <a:xfrm>
            <a:off x="1785913" y="405988"/>
            <a:ext cx="5572125" cy="6143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ROLE OF DATA CENTERS IN CLOUD COMPUTING</a:t>
            </a:r>
            <a:endParaRPr/>
          </a:p>
        </p:txBody>
      </p:sp>
      <p:sp>
        <p:nvSpPr>
          <p:cNvPr id="113" name="Google Shape;113;p26"/>
          <p:cNvSpPr txBox="1">
            <a:spLocks noGrp="1"/>
          </p:cNvSpPr>
          <p:nvPr>
            <p:ph type="body" idx="1"/>
          </p:nvPr>
        </p:nvSpPr>
        <p:spPr>
          <a:xfrm>
            <a:off x="311700" y="1135425"/>
            <a:ext cx="8520600" cy="3438000"/>
          </a:xfrm>
          <a:prstGeom prst="rect">
            <a:avLst/>
          </a:prstGeom>
        </p:spPr>
        <p:txBody>
          <a:bodyPr spcFirstLastPara="1" wrap="square" lIns="91425" tIns="91425" rIns="91425" bIns="91425" anchor="t" anchorCtr="0">
            <a:normAutofit fontScale="85000" lnSpcReduction="20000"/>
          </a:bodyPr>
          <a:lstStyle/>
          <a:p>
            <a:pPr marL="0" lvl="0" indent="0" algn="l" rtl="0">
              <a:spcBef>
                <a:spcPts val="1800"/>
              </a:spcBef>
              <a:spcAft>
                <a:spcPts val="0"/>
              </a:spcAft>
              <a:buClr>
                <a:schemeClr val="dk2"/>
              </a:buClr>
              <a:buSzPct val="64706"/>
              <a:buFont typeface="Arial"/>
              <a:buNone/>
            </a:pPr>
            <a:r>
              <a:rPr lang="en" sz="1700" b="1">
                <a:latin typeface="Arial"/>
                <a:ea typeface="Arial"/>
                <a:cs typeface="Arial"/>
                <a:sym typeface="Arial"/>
              </a:rPr>
              <a:t>Introduction</a:t>
            </a:r>
            <a:endParaRPr sz="1700" b="1">
              <a:latin typeface="Arial"/>
              <a:ea typeface="Arial"/>
              <a:cs typeface="Arial"/>
              <a:sym typeface="Arial"/>
            </a:endParaRPr>
          </a:p>
          <a:p>
            <a:pPr marL="0" lvl="0" indent="0" algn="l" rtl="0">
              <a:lnSpc>
                <a:spcPct val="150000"/>
              </a:lnSpc>
              <a:spcBef>
                <a:spcPts val="1200"/>
              </a:spcBef>
              <a:spcAft>
                <a:spcPts val="0"/>
              </a:spcAft>
              <a:buClr>
                <a:schemeClr val="dk2"/>
              </a:buClr>
              <a:buSzPct val="78571"/>
              <a:buFont typeface="Arial"/>
              <a:buNone/>
            </a:pPr>
            <a:r>
              <a:rPr lang="en" sz="1400">
                <a:latin typeface="Arial"/>
                <a:ea typeface="Arial"/>
                <a:cs typeface="Arial"/>
                <a:sym typeface="Arial"/>
              </a:rPr>
              <a:t>Cloud computing has transformed the way individuals and organizations store, process, and access data. Instead of relying on personal computers or local servers, cloud services are delivered through powerful </a:t>
            </a:r>
            <a:r>
              <a:rPr lang="en" sz="1400" b="1">
                <a:latin typeface="Arial"/>
                <a:ea typeface="Arial"/>
                <a:cs typeface="Arial"/>
                <a:sym typeface="Arial"/>
              </a:rPr>
              <a:t>data centers</a:t>
            </a:r>
            <a:r>
              <a:rPr lang="en" sz="1400">
                <a:latin typeface="Arial"/>
                <a:ea typeface="Arial"/>
                <a:cs typeface="Arial"/>
                <a:sym typeface="Arial"/>
              </a:rPr>
              <a:t> that operate continuously over the Internet. These data centers form the backbone of cloud computing by providing reliable, secure, and scalable computing resources to millions of users worldwide.</a:t>
            </a:r>
            <a:endParaRPr sz="1400">
              <a:latin typeface="Arial"/>
              <a:ea typeface="Arial"/>
              <a:cs typeface="Arial"/>
              <a:sym typeface="Arial"/>
            </a:endParaRPr>
          </a:p>
          <a:p>
            <a:pPr marL="0" lvl="0" indent="0" algn="l" rtl="0">
              <a:spcBef>
                <a:spcPts val="1800"/>
              </a:spcBef>
              <a:spcAft>
                <a:spcPts val="0"/>
              </a:spcAft>
              <a:buClr>
                <a:schemeClr val="dk2"/>
              </a:buClr>
              <a:buSzPct val="64706"/>
              <a:buFont typeface="Arial"/>
              <a:buNone/>
            </a:pPr>
            <a:r>
              <a:rPr lang="en" sz="1700" b="1">
                <a:latin typeface="Arial"/>
                <a:ea typeface="Arial"/>
                <a:cs typeface="Arial"/>
                <a:sym typeface="Arial"/>
              </a:rPr>
              <a:t>Objectives</a:t>
            </a:r>
            <a:endParaRPr sz="1700" b="1">
              <a:latin typeface="Arial"/>
              <a:ea typeface="Arial"/>
              <a:cs typeface="Arial"/>
              <a:sym typeface="Arial"/>
            </a:endParaRPr>
          </a:p>
          <a:p>
            <a:pPr marL="457200" lvl="0" indent="-304165" algn="l" rtl="0">
              <a:lnSpc>
                <a:spcPct val="150000"/>
              </a:lnSpc>
              <a:spcBef>
                <a:spcPts val="1200"/>
              </a:spcBef>
              <a:spcAft>
                <a:spcPts val="0"/>
              </a:spcAft>
              <a:buSzPct val="100000"/>
              <a:buFont typeface="Arial"/>
              <a:buChar char="●"/>
            </a:pPr>
            <a:r>
              <a:rPr lang="en" sz="1400">
                <a:latin typeface="Arial"/>
                <a:ea typeface="Arial"/>
                <a:cs typeface="Arial"/>
                <a:sym typeface="Arial"/>
              </a:rPr>
              <a:t>Understand the concept of a </a:t>
            </a:r>
            <a:r>
              <a:rPr lang="en" sz="1400" b="1">
                <a:latin typeface="Arial"/>
                <a:ea typeface="Arial"/>
                <a:cs typeface="Arial"/>
                <a:sym typeface="Arial"/>
              </a:rPr>
              <a:t>data center</a:t>
            </a:r>
            <a:r>
              <a:rPr lang="en" sz="1400">
                <a:latin typeface="Arial"/>
                <a:ea typeface="Arial"/>
                <a:cs typeface="Arial"/>
                <a:sym typeface="Arial"/>
              </a:rPr>
              <a:t>.</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Learn the role of data centers in supporting </a:t>
            </a:r>
            <a:r>
              <a:rPr lang="en" sz="1400" b="1">
                <a:latin typeface="Arial"/>
                <a:ea typeface="Arial"/>
                <a:cs typeface="Arial"/>
                <a:sym typeface="Arial"/>
              </a:rPr>
              <a:t>cloud computing</a:t>
            </a:r>
            <a:r>
              <a:rPr lang="en" sz="1400">
                <a:latin typeface="Arial"/>
                <a:ea typeface="Arial"/>
                <a:cs typeface="Arial"/>
                <a:sym typeface="Arial"/>
              </a:rPr>
              <a:t>.</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Explore the basic architecture of a cloud data center.</a:t>
            </a:r>
            <a:endParaRPr sz="1400">
              <a:latin typeface="Arial"/>
              <a:ea typeface="Arial"/>
              <a:cs typeface="Arial"/>
              <a:sym typeface="Arial"/>
            </a:endParaRPr>
          </a:p>
          <a:p>
            <a:pPr marL="457200" lvl="0" indent="-304165" algn="l" rtl="0">
              <a:lnSpc>
                <a:spcPct val="150000"/>
              </a:lnSpc>
              <a:spcBef>
                <a:spcPts val="0"/>
              </a:spcBef>
              <a:spcAft>
                <a:spcPts val="0"/>
              </a:spcAft>
              <a:buSzPct val="100000"/>
              <a:buFont typeface="Arial"/>
              <a:buChar char="●"/>
            </a:pPr>
            <a:r>
              <a:rPr lang="en" sz="1400">
                <a:latin typeface="Arial"/>
                <a:ea typeface="Arial"/>
                <a:cs typeface="Arial"/>
                <a:sym typeface="Arial"/>
              </a:rPr>
              <a:t>Understand its industry relevance through a real-world example.</a:t>
            </a:r>
            <a:endParaRPr sz="1400">
              <a:latin typeface="Arial"/>
              <a:ea typeface="Arial"/>
              <a:cs typeface="Arial"/>
              <a:sym typeface="Arial"/>
            </a:endParaRPr>
          </a:p>
          <a:p>
            <a:pPr marL="0" lvl="0" indent="0" algn="l" rtl="0">
              <a:spcBef>
                <a:spcPts val="12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WHAT IS A DATA CENTER?</a:t>
            </a:r>
            <a:endParaRPr/>
          </a:p>
        </p:txBody>
      </p:sp>
      <p:sp>
        <p:nvSpPr>
          <p:cNvPr id="119" name="Google Shape;119;p27"/>
          <p:cNvSpPr txBox="1">
            <a:spLocks noGrp="1"/>
          </p:cNvSpPr>
          <p:nvPr>
            <p:ph type="body" idx="1"/>
          </p:nvPr>
        </p:nvSpPr>
        <p:spPr>
          <a:xfrm>
            <a:off x="311700" y="1017725"/>
            <a:ext cx="8520600" cy="33348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Clr>
                <a:schemeClr val="dk2"/>
              </a:buClr>
              <a:buSzPts val="1100"/>
              <a:buFont typeface="Arial"/>
              <a:buNone/>
            </a:pPr>
            <a:r>
              <a:rPr lang="en" sz="1700" b="1">
                <a:latin typeface="Arial"/>
                <a:ea typeface="Arial"/>
                <a:cs typeface="Arial"/>
                <a:sym typeface="Arial"/>
              </a:rPr>
              <a:t>Definition:</a:t>
            </a:r>
            <a:endParaRPr sz="1700" b="1">
              <a:latin typeface="Arial"/>
              <a:ea typeface="Arial"/>
              <a:cs typeface="Arial"/>
              <a:sym typeface="Arial"/>
            </a:endParaRPr>
          </a:p>
          <a:p>
            <a:pPr marL="0" lvl="0" indent="0" algn="l" rtl="0">
              <a:spcBef>
                <a:spcPts val="1200"/>
              </a:spcBef>
              <a:spcAft>
                <a:spcPts val="0"/>
              </a:spcAft>
              <a:buNone/>
            </a:pPr>
            <a:r>
              <a:rPr lang="en" sz="1400">
                <a:latin typeface="Arial"/>
                <a:ea typeface="Arial"/>
                <a:cs typeface="Arial"/>
                <a:sym typeface="Arial"/>
              </a:rPr>
              <a:t>A </a:t>
            </a:r>
            <a:r>
              <a:rPr lang="en" sz="1400" b="1">
                <a:latin typeface="Arial"/>
                <a:ea typeface="Arial"/>
                <a:cs typeface="Arial"/>
                <a:sym typeface="Arial"/>
              </a:rPr>
              <a:t>Data Center</a:t>
            </a:r>
            <a:r>
              <a:rPr lang="en" sz="1400">
                <a:latin typeface="Arial"/>
                <a:ea typeface="Arial"/>
                <a:cs typeface="Arial"/>
                <a:sym typeface="Arial"/>
              </a:rPr>
              <a:t> is a facility that contains servers, storage devices, networking equipment, and cooling systems to store, process, and manage data. It is the backbone of cloud computing because cloud services run from data centers.</a:t>
            </a:r>
            <a:endParaRPr sz="1400">
              <a:latin typeface="Arial"/>
              <a:ea typeface="Arial"/>
              <a:cs typeface="Arial"/>
              <a:sym typeface="Arial"/>
            </a:endParaRPr>
          </a:p>
          <a:p>
            <a:pPr marL="0" lvl="0" indent="0" algn="l" rtl="0">
              <a:spcBef>
                <a:spcPts val="1200"/>
              </a:spcBef>
              <a:spcAft>
                <a:spcPts val="0"/>
              </a:spcAft>
              <a:buClr>
                <a:schemeClr val="dk2"/>
              </a:buClr>
              <a:buSzPts val="1100"/>
              <a:buFont typeface="Arial"/>
              <a:buNone/>
            </a:pPr>
            <a:endParaRPr sz="1300">
              <a:latin typeface="Arial"/>
              <a:ea typeface="Arial"/>
              <a:cs typeface="Arial"/>
              <a:sym typeface="Arial"/>
            </a:endParaRPr>
          </a:p>
          <a:p>
            <a:pPr marL="0" lvl="0" indent="0" algn="l" rtl="0">
              <a:spcBef>
                <a:spcPts val="1200"/>
              </a:spcBef>
              <a:spcAft>
                <a:spcPts val="0"/>
              </a:spcAft>
              <a:buNone/>
            </a:pPr>
            <a:endParaRPr sz="2000"/>
          </a:p>
        </p:txBody>
      </p:sp>
      <p:sp>
        <p:nvSpPr>
          <p:cNvPr id="120" name="Google Shape;120;p27"/>
          <p:cNvSpPr txBox="1"/>
          <p:nvPr/>
        </p:nvSpPr>
        <p:spPr>
          <a:xfrm>
            <a:off x="477625" y="2532900"/>
            <a:ext cx="3345900" cy="180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2"/>
              </a:buClr>
              <a:buSzPts val="1100"/>
              <a:buFont typeface="Arial"/>
              <a:buNone/>
            </a:pPr>
            <a:r>
              <a:rPr lang="en" sz="1700" b="1">
                <a:solidFill>
                  <a:schemeClr val="dk2"/>
                </a:solidFill>
              </a:rPr>
              <a:t>Components:</a:t>
            </a:r>
            <a:endParaRPr sz="1700" b="1">
              <a:solidFill>
                <a:schemeClr val="dk2"/>
              </a:solidFill>
            </a:endParaRPr>
          </a:p>
          <a:p>
            <a:pPr marL="457200" lvl="0" indent="-317500" algn="l" rtl="0">
              <a:lnSpc>
                <a:spcPct val="115000"/>
              </a:lnSpc>
              <a:spcBef>
                <a:spcPts val="1200"/>
              </a:spcBef>
              <a:spcAft>
                <a:spcPts val="0"/>
              </a:spcAft>
              <a:buClr>
                <a:schemeClr val="dk2"/>
              </a:buClr>
              <a:buSzPts val="1400"/>
              <a:buChar char="●"/>
            </a:pPr>
            <a:r>
              <a:rPr lang="en">
                <a:solidFill>
                  <a:schemeClr val="dk2"/>
                </a:solidFill>
              </a:rPr>
              <a:t>Servers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Storage Systems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Networking Devices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Power Supply</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Cooling Systems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Security Systems</a:t>
            </a:r>
            <a:endParaRPr>
              <a:solidFill>
                <a:schemeClr val="dk2"/>
              </a:solidFill>
            </a:endParaRPr>
          </a:p>
        </p:txBody>
      </p:sp>
      <p:sp>
        <p:nvSpPr>
          <p:cNvPr id="121" name="Google Shape;121;p27"/>
          <p:cNvSpPr txBox="1"/>
          <p:nvPr/>
        </p:nvSpPr>
        <p:spPr>
          <a:xfrm>
            <a:off x="4425275" y="2715900"/>
            <a:ext cx="3822300" cy="162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2"/>
              </a:buClr>
              <a:buSzPts val="1100"/>
              <a:buFont typeface="Arial"/>
              <a:buNone/>
            </a:pPr>
            <a:r>
              <a:rPr lang="en" sz="1700" b="1">
                <a:solidFill>
                  <a:schemeClr val="dk2"/>
                </a:solidFill>
              </a:rPr>
              <a:t>Functions:</a:t>
            </a:r>
            <a:endParaRPr sz="1700" b="1">
              <a:solidFill>
                <a:schemeClr val="dk2"/>
              </a:solidFill>
            </a:endParaRPr>
          </a:p>
          <a:p>
            <a:pPr marL="457200" lvl="0" indent="-317500" algn="l" rtl="0">
              <a:lnSpc>
                <a:spcPct val="115000"/>
              </a:lnSpc>
              <a:spcBef>
                <a:spcPts val="1200"/>
              </a:spcBef>
              <a:spcAft>
                <a:spcPts val="0"/>
              </a:spcAft>
              <a:buClr>
                <a:schemeClr val="dk2"/>
              </a:buClr>
              <a:buSzPts val="1400"/>
              <a:buChar char="●"/>
            </a:pPr>
            <a:r>
              <a:rPr lang="en">
                <a:solidFill>
                  <a:schemeClr val="dk2"/>
                </a:solidFill>
              </a:rPr>
              <a:t>Stores user data</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Runs cloud applications</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Provides 24/7 availability</a:t>
            </a:r>
            <a:endParaRPr>
              <a:solidFill>
                <a:schemeClr val="dk2"/>
              </a:solidFill>
            </a:endParaRPr>
          </a:p>
          <a:p>
            <a:pPr marL="457200" lvl="0" indent="-317500" algn="l" rtl="0">
              <a:lnSpc>
                <a:spcPct val="115000"/>
              </a:lnSpc>
              <a:spcBef>
                <a:spcPts val="0"/>
              </a:spcBef>
              <a:spcAft>
                <a:spcPts val="0"/>
              </a:spcAft>
              <a:buClr>
                <a:schemeClr val="dk2"/>
              </a:buClr>
              <a:buSzPts val="1400"/>
              <a:buChar char="●"/>
            </a:pPr>
            <a:r>
              <a:rPr lang="en">
                <a:solidFill>
                  <a:schemeClr val="dk2"/>
                </a:solidFill>
              </a:rPr>
              <a:t>Ensures backup and disaster recovery</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txBox="1">
            <a:spLocks noGrp="1"/>
          </p:cNvSpPr>
          <p:nvPr>
            <p:ph type="title"/>
          </p:nvPr>
        </p:nvSpPr>
        <p:spPr>
          <a:xfrm>
            <a:off x="311700" y="24295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ARCHITECTURE OF A CLOUD DATA CENTER </a:t>
            </a:r>
            <a:endParaRPr/>
          </a:p>
        </p:txBody>
      </p:sp>
      <p:sp>
        <p:nvSpPr>
          <p:cNvPr id="127" name="Google Shape;127;p28"/>
          <p:cNvSpPr txBox="1">
            <a:spLocks noGrp="1"/>
          </p:cNvSpPr>
          <p:nvPr>
            <p:ph type="body" idx="1"/>
          </p:nvPr>
        </p:nvSpPr>
        <p:spPr>
          <a:xfrm>
            <a:off x="3568600" y="1234075"/>
            <a:ext cx="5263800" cy="33348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2"/>
              </a:buClr>
              <a:buSzPts val="1100"/>
              <a:buFont typeface="Arial"/>
              <a:buNone/>
            </a:pPr>
            <a:r>
              <a:rPr lang="en" b="1">
                <a:latin typeface="Arial"/>
                <a:ea typeface="Arial"/>
                <a:cs typeface="Arial"/>
                <a:sym typeface="Arial"/>
              </a:rPr>
              <a:t>Working</a:t>
            </a:r>
            <a:endParaRPr b="1">
              <a:latin typeface="Arial"/>
              <a:ea typeface="Arial"/>
              <a:cs typeface="Arial"/>
              <a:sym typeface="Arial"/>
            </a:endParaRPr>
          </a:p>
          <a:p>
            <a:pPr marL="457200" lvl="0" indent="-330200" algn="l" rtl="0">
              <a:spcBef>
                <a:spcPts val="1200"/>
              </a:spcBef>
              <a:spcAft>
                <a:spcPts val="0"/>
              </a:spcAft>
              <a:buSzPts val="1600"/>
              <a:buFont typeface="Arial"/>
              <a:buAutoNum type="arabicPeriod"/>
            </a:pPr>
            <a:r>
              <a:rPr lang="en" sz="1600">
                <a:latin typeface="Arial"/>
                <a:ea typeface="Arial"/>
                <a:cs typeface="Arial"/>
                <a:sym typeface="Arial"/>
              </a:rPr>
              <a:t>User sends a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Request reaches the cloud through the Internet.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Load balancer distributes the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Virtual machines process the request.</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Data is stored in storage systems.</a:t>
            </a:r>
            <a:endParaRPr sz="1600">
              <a:latin typeface="Arial"/>
              <a:ea typeface="Arial"/>
              <a:cs typeface="Arial"/>
              <a:sym typeface="Arial"/>
            </a:endParaRPr>
          </a:p>
          <a:p>
            <a:pPr marL="457200" lvl="0" indent="-330200" algn="l" rtl="0">
              <a:spcBef>
                <a:spcPts val="0"/>
              </a:spcBef>
              <a:spcAft>
                <a:spcPts val="0"/>
              </a:spcAft>
              <a:buSzPts val="1600"/>
              <a:buFont typeface="Arial"/>
              <a:buAutoNum type="arabicPeriod"/>
            </a:pPr>
            <a:r>
              <a:rPr lang="en" sz="1600">
                <a:latin typeface="Arial"/>
                <a:ea typeface="Arial"/>
                <a:cs typeface="Arial"/>
                <a:sym typeface="Arial"/>
              </a:rPr>
              <a:t>Results are sent back to the user.</a:t>
            </a:r>
            <a:endParaRPr sz="1600">
              <a:latin typeface="Arial"/>
              <a:ea typeface="Arial"/>
              <a:cs typeface="Arial"/>
              <a:sym typeface="Arial"/>
            </a:endParaRPr>
          </a:p>
          <a:p>
            <a:pPr marL="0" lvl="0" indent="0" algn="l" rtl="0">
              <a:spcBef>
                <a:spcPts val="1200"/>
              </a:spcBef>
              <a:spcAft>
                <a:spcPts val="0"/>
              </a:spcAft>
              <a:buNone/>
            </a:pPr>
            <a:endParaRPr/>
          </a:p>
        </p:txBody>
      </p:sp>
      <p:pic>
        <p:nvPicPr>
          <p:cNvPr id="128" name="Google Shape;128;p28" title="mermaid-diagram (14).png"/>
          <p:cNvPicPr preferRelativeResize="0"/>
          <p:nvPr/>
        </p:nvPicPr>
        <p:blipFill>
          <a:blip r:embed="rId3">
            <a:alphaModFix/>
          </a:blip>
          <a:stretch>
            <a:fillRect/>
          </a:stretch>
        </p:blipFill>
        <p:spPr>
          <a:xfrm>
            <a:off x="311700" y="939162"/>
            <a:ext cx="2520875" cy="3924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INDUSTRY RELEVANCE &amp; PRACTICAL EXAMPLE</a:t>
            </a:r>
            <a:endParaRPr/>
          </a:p>
        </p:txBody>
      </p:sp>
      <p:sp>
        <p:nvSpPr>
          <p:cNvPr id="134" name="Google Shape;134;p29"/>
          <p:cNvSpPr txBox="1">
            <a:spLocks noGrp="1"/>
          </p:cNvSpPr>
          <p:nvPr>
            <p:ph type="body" idx="1"/>
          </p:nvPr>
        </p:nvSpPr>
        <p:spPr>
          <a:xfrm>
            <a:off x="311700" y="1234075"/>
            <a:ext cx="4021800" cy="25548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Clr>
                <a:schemeClr val="dk2"/>
              </a:buClr>
              <a:buSzPts val="1100"/>
              <a:buFont typeface="Arial"/>
              <a:buNone/>
            </a:pPr>
            <a:r>
              <a:rPr lang="en" sz="1700" b="1">
                <a:latin typeface="Arial"/>
                <a:ea typeface="Arial"/>
                <a:cs typeface="Arial"/>
                <a:sym typeface="Arial"/>
              </a:rPr>
              <a:t>Why are Data Centers Important?</a:t>
            </a:r>
            <a:endParaRPr sz="1700" b="1">
              <a:latin typeface="Arial"/>
              <a:ea typeface="Arial"/>
              <a:cs typeface="Arial"/>
              <a:sym typeface="Arial"/>
            </a:endParaRPr>
          </a:p>
          <a:p>
            <a:pPr marL="457200" lvl="0" indent="-323850" algn="l" rtl="0">
              <a:spcBef>
                <a:spcPts val="1200"/>
              </a:spcBef>
              <a:spcAft>
                <a:spcPts val="0"/>
              </a:spcAft>
              <a:buSzPts val="1500"/>
              <a:buFont typeface="Arial"/>
              <a:buChar char="●"/>
            </a:pPr>
            <a:r>
              <a:rPr lang="en" sz="1500">
                <a:latin typeface="Arial"/>
                <a:ea typeface="Arial"/>
                <a:cs typeface="Arial"/>
                <a:sym typeface="Arial"/>
              </a:rPr>
              <a:t>Enable cloud computing services.</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Provide high availability (24/7 service).</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Support millions of users.</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Offer scalability.</a:t>
            </a:r>
            <a:endParaRPr sz="1500">
              <a:latin typeface="Arial"/>
              <a:ea typeface="Arial"/>
              <a:cs typeface="Arial"/>
              <a:sym typeface="Arial"/>
            </a:endParaRPr>
          </a:p>
          <a:p>
            <a:pPr marL="457200" lvl="0" indent="-323850" algn="l" rtl="0">
              <a:spcBef>
                <a:spcPts val="0"/>
              </a:spcBef>
              <a:spcAft>
                <a:spcPts val="0"/>
              </a:spcAft>
              <a:buSzPts val="1500"/>
              <a:buFont typeface="Arial"/>
              <a:buChar char="●"/>
            </a:pPr>
            <a:r>
              <a:rPr lang="en" sz="1500">
                <a:latin typeface="Arial"/>
                <a:ea typeface="Arial"/>
                <a:cs typeface="Arial"/>
                <a:sym typeface="Arial"/>
              </a:rPr>
              <a:t>Improve security and reliability.</a:t>
            </a:r>
            <a:endParaRPr sz="1500">
              <a:latin typeface="Arial"/>
              <a:ea typeface="Arial"/>
              <a:cs typeface="Arial"/>
              <a:sym typeface="Arial"/>
            </a:endParaRPr>
          </a:p>
          <a:p>
            <a:pPr marL="0" lvl="0" indent="0" algn="l" rtl="0">
              <a:spcBef>
                <a:spcPts val="1200"/>
              </a:spcBef>
              <a:spcAft>
                <a:spcPts val="0"/>
              </a:spcAft>
              <a:buNone/>
            </a:pPr>
            <a:endParaRPr/>
          </a:p>
        </p:txBody>
      </p:sp>
      <p:sp>
        <p:nvSpPr>
          <p:cNvPr id="135" name="Google Shape;135;p29"/>
          <p:cNvSpPr txBox="1"/>
          <p:nvPr/>
        </p:nvSpPr>
        <p:spPr>
          <a:xfrm>
            <a:off x="4333500" y="1234075"/>
            <a:ext cx="4690500" cy="3218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2"/>
              </a:buClr>
              <a:buSzPts val="1100"/>
              <a:buFont typeface="Arial"/>
              <a:buNone/>
            </a:pPr>
            <a:r>
              <a:rPr lang="en" sz="1700" b="1">
                <a:solidFill>
                  <a:schemeClr val="dk2"/>
                </a:solidFill>
              </a:rPr>
              <a:t>Real-World Example</a:t>
            </a:r>
            <a:endParaRPr sz="1700" b="1">
              <a:solidFill>
                <a:schemeClr val="dk2"/>
              </a:solidFill>
            </a:endParaRPr>
          </a:p>
          <a:p>
            <a:pPr marL="0" lvl="0" indent="0" algn="l" rtl="0">
              <a:lnSpc>
                <a:spcPct val="115000"/>
              </a:lnSpc>
              <a:spcBef>
                <a:spcPts val="1200"/>
              </a:spcBef>
              <a:spcAft>
                <a:spcPts val="0"/>
              </a:spcAft>
              <a:buClr>
                <a:schemeClr val="dk2"/>
              </a:buClr>
              <a:buSzPts val="1100"/>
              <a:buFont typeface="Arial"/>
              <a:buNone/>
            </a:pPr>
            <a:r>
              <a:rPr lang="en" sz="1500" b="1">
                <a:solidFill>
                  <a:schemeClr val="dk2"/>
                </a:solidFill>
              </a:rPr>
              <a:t>Amazon Web Services (AWS)</a:t>
            </a:r>
            <a:endParaRPr sz="1500" b="1">
              <a:solidFill>
                <a:schemeClr val="dk2"/>
              </a:solidFill>
            </a:endParaRPr>
          </a:p>
          <a:p>
            <a:pPr marL="457200" lvl="0" indent="-323850" algn="l" rtl="0">
              <a:lnSpc>
                <a:spcPct val="115000"/>
              </a:lnSpc>
              <a:spcBef>
                <a:spcPts val="1200"/>
              </a:spcBef>
              <a:spcAft>
                <a:spcPts val="0"/>
              </a:spcAft>
              <a:buClr>
                <a:schemeClr val="dk2"/>
              </a:buClr>
              <a:buSzPts val="1500"/>
              <a:buChar char="●"/>
            </a:pPr>
            <a:r>
              <a:rPr lang="en" sz="1500">
                <a:solidFill>
                  <a:schemeClr val="dk2"/>
                </a:solidFill>
              </a:rPr>
              <a:t>AWS has data centers worldwide.</a:t>
            </a:r>
            <a:endParaRPr sz="1500">
              <a:solidFill>
                <a:schemeClr val="dk2"/>
              </a:solidFill>
            </a:endParaRPr>
          </a:p>
          <a:p>
            <a:pPr marL="457200" lvl="0" indent="-323850" algn="l" rtl="0">
              <a:lnSpc>
                <a:spcPct val="115000"/>
              </a:lnSpc>
              <a:spcBef>
                <a:spcPts val="0"/>
              </a:spcBef>
              <a:spcAft>
                <a:spcPts val="0"/>
              </a:spcAft>
              <a:buClr>
                <a:schemeClr val="dk2"/>
              </a:buClr>
              <a:buSzPts val="1500"/>
              <a:buChar char="●"/>
            </a:pPr>
            <a:r>
              <a:rPr lang="en" sz="1500">
                <a:solidFill>
                  <a:schemeClr val="dk2"/>
                </a:solidFill>
              </a:rPr>
              <a:t>Hosts services like Amazon EC2 and Amazon S3.</a:t>
            </a:r>
            <a:endParaRPr sz="1500">
              <a:solidFill>
                <a:schemeClr val="dk2"/>
              </a:solidFill>
            </a:endParaRPr>
          </a:p>
          <a:p>
            <a:pPr marL="457200" lvl="0" indent="-323850" algn="l" rtl="0">
              <a:lnSpc>
                <a:spcPct val="115000"/>
              </a:lnSpc>
              <a:spcBef>
                <a:spcPts val="0"/>
              </a:spcBef>
              <a:spcAft>
                <a:spcPts val="0"/>
              </a:spcAft>
              <a:buClr>
                <a:schemeClr val="dk2"/>
              </a:buClr>
              <a:buSzPts val="1500"/>
              <a:buChar char="●"/>
            </a:pPr>
            <a:r>
              <a:rPr lang="en" sz="1500">
                <a:solidFill>
                  <a:schemeClr val="dk2"/>
                </a:solidFill>
              </a:rPr>
              <a:t>Businesses rent computing resources instead of buying servers.</a:t>
            </a:r>
            <a:endParaRPr sz="1500">
              <a:solidFill>
                <a:schemeClr val="dk2"/>
              </a:solidFill>
            </a:endParaRPr>
          </a:p>
          <a:p>
            <a:pPr marL="0" lvl="0" indent="0" algn="l" rtl="0">
              <a:lnSpc>
                <a:spcPct val="115000"/>
              </a:lnSpc>
              <a:spcBef>
                <a:spcPts val="1200"/>
              </a:spcBef>
              <a:spcAft>
                <a:spcPts val="0"/>
              </a:spcAft>
              <a:buClr>
                <a:schemeClr val="dk2"/>
              </a:buClr>
              <a:buSzPts val="1100"/>
              <a:buFont typeface="Arial"/>
              <a:buNone/>
            </a:pPr>
            <a:r>
              <a:rPr lang="en" sz="1500" b="1">
                <a:solidFill>
                  <a:schemeClr val="dk2"/>
                </a:solidFill>
              </a:rPr>
              <a:t>Other Examples</a:t>
            </a:r>
            <a:endParaRPr sz="1500" b="1">
              <a:solidFill>
                <a:schemeClr val="dk2"/>
              </a:solidFill>
            </a:endParaRPr>
          </a:p>
          <a:p>
            <a:pPr marL="457200" lvl="0" indent="-323850" algn="l" rtl="0">
              <a:lnSpc>
                <a:spcPct val="115000"/>
              </a:lnSpc>
              <a:spcBef>
                <a:spcPts val="1200"/>
              </a:spcBef>
              <a:spcAft>
                <a:spcPts val="0"/>
              </a:spcAft>
              <a:buClr>
                <a:schemeClr val="dk2"/>
              </a:buClr>
              <a:buSzPts val="1500"/>
              <a:buChar char="●"/>
            </a:pPr>
            <a:r>
              <a:rPr lang="en" sz="1500">
                <a:solidFill>
                  <a:schemeClr val="dk2"/>
                </a:solidFill>
              </a:rPr>
              <a:t>Google Cloud</a:t>
            </a:r>
            <a:endParaRPr sz="1500">
              <a:solidFill>
                <a:schemeClr val="dk2"/>
              </a:solidFill>
            </a:endParaRPr>
          </a:p>
          <a:p>
            <a:pPr marL="457200" lvl="0" indent="-323850" algn="l" rtl="0">
              <a:lnSpc>
                <a:spcPct val="115000"/>
              </a:lnSpc>
              <a:spcBef>
                <a:spcPts val="0"/>
              </a:spcBef>
              <a:spcAft>
                <a:spcPts val="0"/>
              </a:spcAft>
              <a:buClr>
                <a:schemeClr val="dk2"/>
              </a:buClr>
              <a:buSzPts val="1500"/>
              <a:buChar char="●"/>
            </a:pPr>
            <a:r>
              <a:rPr lang="en" sz="1500">
                <a:solidFill>
                  <a:schemeClr val="dk2"/>
                </a:solidFill>
              </a:rPr>
              <a:t>Microsoft Azure</a:t>
            </a:r>
            <a:endParaRPr sz="1500">
              <a:solidFill>
                <a:schemeClr val="dk2"/>
              </a:solidFill>
            </a:endParaRPr>
          </a:p>
          <a:p>
            <a:pPr marL="0" lvl="0" indent="0" algn="l" rtl="0">
              <a:spcBef>
                <a:spcPts val="1200"/>
              </a:spcBef>
              <a:spcAft>
                <a:spcPts val="0"/>
              </a:spcAft>
              <a:buNone/>
            </a:pPr>
            <a:endParaRPr sz="1800">
              <a:solidFill>
                <a:schemeClr val="dk2"/>
              </a:solidFill>
              <a:latin typeface="Playfair Display"/>
              <a:ea typeface="Playfair Display"/>
              <a:cs typeface="Playfair Display"/>
              <a:sym typeface="Playfair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CONCLUSION</a:t>
            </a:r>
            <a:endParaRPr/>
          </a:p>
        </p:txBody>
      </p:sp>
      <p:sp>
        <p:nvSpPr>
          <p:cNvPr id="141" name="Google Shape;141;p30"/>
          <p:cNvSpPr txBox="1">
            <a:spLocks noGrp="1"/>
          </p:cNvSpPr>
          <p:nvPr>
            <p:ph type="body" idx="1"/>
          </p:nvPr>
        </p:nvSpPr>
        <p:spPr>
          <a:xfrm>
            <a:off x="311700" y="1277375"/>
            <a:ext cx="8520600" cy="33348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SzPts val="2000"/>
              <a:buChar char="●"/>
            </a:pPr>
            <a:r>
              <a:rPr lang="en" sz="2000"/>
              <a:t>Data centers store and process cloud data.</a:t>
            </a:r>
            <a:endParaRPr sz="2000"/>
          </a:p>
          <a:p>
            <a:pPr marL="457200" lvl="0" indent="-355600" algn="l" rtl="0">
              <a:lnSpc>
                <a:spcPct val="150000"/>
              </a:lnSpc>
              <a:spcBef>
                <a:spcPts val="0"/>
              </a:spcBef>
              <a:spcAft>
                <a:spcPts val="0"/>
              </a:spcAft>
              <a:buSzPts val="2000"/>
              <a:buChar char="●"/>
            </a:pPr>
            <a:r>
              <a:rPr lang="en" sz="2000"/>
              <a:t>They ensure high availability and security.</a:t>
            </a:r>
            <a:endParaRPr sz="2000"/>
          </a:p>
          <a:p>
            <a:pPr marL="457200" lvl="0" indent="-355600" algn="l" rtl="0">
              <a:lnSpc>
                <a:spcPct val="150000"/>
              </a:lnSpc>
              <a:spcBef>
                <a:spcPts val="0"/>
              </a:spcBef>
              <a:spcAft>
                <a:spcPts val="0"/>
              </a:spcAft>
              <a:buSzPts val="2000"/>
              <a:buChar char="●"/>
            </a:pPr>
            <a:r>
              <a:rPr lang="en" sz="2000"/>
              <a:t>Virtualization improves resource utilization.</a:t>
            </a:r>
            <a:endParaRPr sz="2000"/>
          </a:p>
          <a:p>
            <a:pPr marL="457200" lvl="0" indent="-355600" algn="l" rtl="0">
              <a:lnSpc>
                <a:spcPct val="150000"/>
              </a:lnSpc>
              <a:spcBef>
                <a:spcPts val="0"/>
              </a:spcBef>
              <a:spcAft>
                <a:spcPts val="0"/>
              </a:spcAft>
              <a:buSzPts val="2000"/>
              <a:buChar char="●"/>
            </a:pPr>
            <a:r>
              <a:rPr lang="en" sz="2000"/>
              <a:t>Cloud services depend on data centers.</a:t>
            </a:r>
            <a:endParaRPr sz="2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361</Words>
  <Application>Microsoft Office PowerPoint</Application>
  <PresentationFormat>On-screen Show (16:9)</PresentationFormat>
  <Paragraphs>57</Paragraphs>
  <Slides>6</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Arial</vt:lpstr>
      <vt:lpstr>Montserrat</vt:lpstr>
      <vt:lpstr>Oswald</vt:lpstr>
      <vt:lpstr>Playfair Display</vt:lpstr>
      <vt:lpstr>Times New Roman</vt:lpstr>
      <vt:lpstr>Simple Light</vt:lpstr>
      <vt:lpstr>Pop</vt:lpstr>
      <vt:lpstr>CSA1521 - CLOUD COMPUTING  CO1 - AT3 - TECHNICAL PRESENTATION </vt:lpstr>
      <vt:lpstr>ROLE OF DATA CENTERS IN CLOUD COMPUTING</vt:lpstr>
      <vt:lpstr>WHAT IS A DATA CENTER?</vt:lpstr>
      <vt:lpstr>ARCHITECTURE OF A CLOUD DATA CENTER </vt:lpstr>
      <vt:lpstr>INDUSTRY RELEVANCE &amp; PRACTICAL EXAMPLE</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CSA1521 - CLOUD COMPUTING  CO1 - AT3 - TECHNICAL PRESENTATION </dc:title>
  <cp:lastModifiedBy>Microsoft account</cp:lastModifiedBy>
  <cp:revision>1</cp:revision>
  <dcterms:modified xsi:type="dcterms:W3CDTF">2026-07-24T13:44:20Z</dcterms:modified>
</cp:coreProperties>
</file>